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B0F0C-6B29-0F15-CBF4-D2E957E60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608C70-29C7-0456-7978-0DE11A77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C18C9-F5C6-4FC6-BEB8-6DD08733A1A3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E5E71C-E487-E782-948F-659C6614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8B203B-7DE4-8F1A-598A-23BB83A0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B0B95-6B0E-40F1-8833-0076AF8AF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1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FB17BC-F925-3EA2-85BB-C9DB1AB4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2B34B-EAC2-B5D2-ADDA-F86CF28E3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1F46E1-1A3E-B934-4510-4FFF74FF1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C18C9-F5C6-4FC6-BEB8-6DD08733A1A3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9D77A1-BAE4-1C43-978C-DA3DC517D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14D16-BF1A-489F-5F5B-0FD3577F0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B0B95-6B0E-40F1-8833-0076AF8AFC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76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453DCA6-CD2E-7779-0CE6-FDF0E199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200" b="1">
                <a:solidFill>
                  <a:srgbClr val="FF0066"/>
                </a:solidFill>
                <a:latin typeface="Lucida Sans Unicode" pitchFamily="34" charset="0"/>
              </a:rPr>
              <a:t>Game Programming with DirectX</a:t>
            </a:r>
            <a:endParaRPr lang="en-US" altLang="ko-KR" sz="3200" b="1" dirty="0">
              <a:solidFill>
                <a:srgbClr val="FF0066"/>
              </a:solidFill>
              <a:latin typeface="Lucida Sans Unicode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A124F0-BED5-85D6-1C5A-ACE8052E35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8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9B9CDA8-52E3-BFFA-2899-BFB0350C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21D842-D585-99E0-3086-F31CA2FA16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784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927005E-535A-47CA-6D58-6FC4DE288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C1CE79-E152-2B36-ECD6-B6027C2B6E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B93E658-3B30-1BF5-5A3F-FFF4785F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29FED5-52EB-2ED3-6D36-B58D66ADEB2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2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46E0455-EB22-9B35-4CBA-8F05CB91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A8BA32-AC3D-BB4C-CD2C-07A25B0AF4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5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95C5B88-AE59-4C69-CD01-444368E4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AAA2EF-C4B3-B7A3-C5E2-870D6AE194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41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BD014B5-7C63-6686-E2DA-96355C7C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96628DD-6E04-C345-9770-2F9103255B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1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8EE9F0A-C34A-7120-5EA6-2224E94D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733D6F-8C3C-83AB-01A1-D59842CF18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4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5F16053-E4C6-CCE4-C1F5-603CF5615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E364270-C292-2184-FE44-FDEA1845B9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22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04697E5-E94F-F344-CD2B-FBBA97A5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A9E7C4-744C-22AA-48EF-60C3D89088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51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24469E2-1498-5697-73DA-E90B656B1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F34555-EAA2-CAFD-EE30-0E26D4C1DC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0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63CEB86-2A68-621E-118F-1BBCC61FB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571442-83A1-5629-7601-278238CDA6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65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3809F9E-5B74-333D-9AED-5D2B51B7B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F47EC7-18B3-D970-F221-67FD7DF663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1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E3617EB-F87F-5294-08E1-95143B3E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E71D002-9D8C-D998-5890-CEFE1E8B09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38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D49C307-4587-EB08-A0B2-A1E25F93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3878DB-634A-C718-6A0B-4AADDFED42E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53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AA58044-E7DC-9679-D0A0-C6C23188C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F306AA-7374-9A37-65B8-D017C17D1D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0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65F36FE-5BBA-1A46-7BDF-9B916A800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2D8154-B699-159E-A8EF-6D5CA8CA31D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54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AE7BFE5-ADD2-9B5A-BE02-C84A6C4B6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56D93F-6911-0AF6-70D0-96B9F7BEEF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21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14BAC0D-E14A-E0D5-7FCD-9137CC16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B7D2BD-580D-68CF-DD27-D4D52E1E5E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097EFDD9-6277-710F-F143-F4CDABC7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529A30-8A12-4694-CFFC-B23AE842F0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27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2C2F46B-A942-920D-87BE-C00F05D2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680B81-899F-1DAB-79C0-CCBF221F83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22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81CAD86-5C2E-3A40-462F-ED79CF45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6F2F68-5A30-25D9-9E99-27D0757D43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1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8C5ACB6-0A75-7FDF-BEF7-239D6AA2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F4E017-BB11-E4EA-94DC-6E12B7FCA7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889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DDC4A7C-CBA8-2F7A-E610-5BEA4CCA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F1A101-69D4-8BE7-3012-D250A58EBC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11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85444F9-4119-76B5-B1E9-BCDC6B161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173710-B991-D68F-8F27-C7D0771925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43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DFF603B-E296-6FB5-1E6D-3527F9EC0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A06E59-FCC3-4B8A-2DD2-83384F1C3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97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8F73238-DCFC-7E9E-E1DD-D37A3FDB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8CF105-104C-DCA6-CD75-95F0E77818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13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E846F83-7C98-567D-D8E6-5955F191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A06A86-B3E0-57A0-4FB8-B2BD5D56A1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72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3879BF8-6D92-B493-0BFB-A8CCCF10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1895DB-756F-0E17-F63E-E4B6458ED3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63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2E6CFA0-49C3-174C-EDE6-059D1E9B7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A24655-35E8-8323-1B9D-3DD2543832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46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825D41E-5796-5028-AE38-41F62138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2C1ADC-A842-3F4A-3F67-00BADB2403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64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BB275988-6881-AACE-D586-55862A82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C2FA6C-778D-B12E-538C-45B6368386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94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02E3E4C-802C-715A-DD49-32AB5C77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355529-B697-8B78-C377-764448342A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26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0987E5A-A3AF-F947-0E14-7C6BE340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75C728-460B-F441-F9B1-35C624FD38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936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47EC0120-720F-214E-7BBB-E6167F29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파티클 시스템</a:t>
            </a:r>
            <a:r>
              <a:rPr lang="en-US" altLang="ko-KR"/>
              <a:t>(Particle System)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6A9354-C697-4A31-92F6-F82C369018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23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화면 슬라이드 쇼(4:3)</PresentationFormat>
  <Paragraphs>35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9" baseType="lpstr">
      <vt:lpstr>맑은 고딕</vt:lpstr>
      <vt:lpstr>Arial</vt:lpstr>
      <vt:lpstr>Lucida Sans Unicode</vt:lpstr>
      <vt:lpstr>Office 테마</vt:lpstr>
      <vt:lpstr>Game Programming with DirectX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파티클 시스템(Particle System)</vt:lpstr>
      <vt:lpstr>Direct3D 파이프라인</vt:lpstr>
      <vt:lpstr>파티클 시스템(Particle System)</vt:lpstr>
      <vt:lpstr>파티클 시스템(Particle System)</vt:lpstr>
      <vt:lpstr>파티클 시스템(Particle System)</vt:lpstr>
      <vt:lpstr>파티클 시스템(Particle System)</vt:lpstr>
      <vt:lpstr>파티클 시스템(Particle System)</vt:lpstr>
      <vt:lpstr>파티클 시스템(Particle System)</vt:lpstr>
      <vt:lpstr>파티클 시스템(Particle System)</vt:lpstr>
      <vt:lpstr>파티클 시스템(Particle System)</vt:lpstr>
      <vt:lpstr>파티클 시스템(Particle System)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이용희(A0090)</dc:creator>
  <cp:lastModifiedBy>이용희(A0090)</cp:lastModifiedBy>
  <cp:revision>1</cp:revision>
  <dcterms:created xsi:type="dcterms:W3CDTF">2025-09-23T05:19:32Z</dcterms:created>
  <dcterms:modified xsi:type="dcterms:W3CDTF">2025-09-23T05:19:32Z</dcterms:modified>
</cp:coreProperties>
</file>
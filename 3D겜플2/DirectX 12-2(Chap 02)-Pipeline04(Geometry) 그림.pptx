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EB13E-AEA1-8D43-6494-93C6DD9D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CC6EF7D-2A87-7AFB-6CA0-8443B0681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95864-B594-46EE-9AF9-BF0F394C64F8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1AA0B61-DCFC-100D-C726-062D8514F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4BDF0D-374A-DCCE-128D-4F75297BE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AA2D-DFE4-4961-87FB-F74037107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23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889377-4EE0-38CA-BE00-D1BF0FB85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1A4120-6A58-C087-9E90-DA9C2CF97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E2E2B9-32D0-E860-4C64-2D2CE1C6F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95864-B594-46EE-9AF9-BF0F394C64F8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D29952-9739-3BAC-8214-6713D1E0F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340B4D-75C3-22FF-0DB9-40429B564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0AA2D-DFE4-4961-87FB-F740371073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126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A8679C0-B574-3606-1221-5D7A03436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200" b="1">
                <a:solidFill>
                  <a:srgbClr val="FF0066"/>
                </a:solidFill>
                <a:latin typeface="Lucida Sans Unicode" pitchFamily="34" charset="0"/>
              </a:rPr>
              <a:t>Game Programming with DirectX</a:t>
            </a:r>
            <a:endParaRPr lang="en-US" altLang="ko-KR" sz="3200" b="1" dirty="0">
              <a:solidFill>
                <a:srgbClr val="FF0066"/>
              </a:solidFill>
              <a:latin typeface="Lucida Sans Unicode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5F327D0-A38B-3DC3-0503-0AE2DC9ED6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F959F61-4D4E-B822-37D2-D1EBFD00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61FF822-EFCB-0881-CABA-636E245467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2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ACAF1BB-3FA2-39ED-BDA3-190B3681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6A9913-CC75-22D6-22D6-6C1A58CF6F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48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73CD6DEC-EAD6-0D40-763D-5E7CE46F3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570CB4C-C402-A18A-B369-FABA5C3F1D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87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33820C48-FE07-4965-6270-423FAF3A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A308C7-FC1D-0772-BF54-BE8AC2CE81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15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B406EDD-977D-3399-C933-5F8B9D68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27C110-7C7C-E3D1-C3CA-0CBB43AF9D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0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D5A98C0-C93C-C8E1-6802-555E0DB3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1DB3807-6A60-6E88-7A00-7AAC2F31F4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43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251CBD40-28F1-45B0-7B33-272E24F4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C60866-4030-F0FE-93EB-B8CBD0650E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79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91B6037-654B-80EE-CA43-77770DFFE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92EF64-B335-12F3-93B9-357405B7E1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86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5A231753-2794-5428-DEFF-F873922CF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5CF7E7-D25C-6B94-40FE-727B14ECDD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130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D20525B-A4CA-19B3-AAD4-E8E8FC9C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490FF8-235F-ACF1-FCBF-1033D5DA19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85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C6D0F27-11E8-823A-1DF7-5D42CD4B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77DAA8-B4A4-4AB5-0CFE-6316B71C32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65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E6BC12ED-E714-584A-097B-B370CDF5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9AADAD-BE01-7D09-1572-3530393ACC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609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C3231150-4B01-C3DE-5886-9826B18E6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45B7CEE-E8AA-D181-504D-D19CB5DF0D0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88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D1175B8C-38F5-FFA7-5B45-A92C2CBD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217B372-244E-33A3-510D-4BA180715A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62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9C4946C-6CAF-1C08-A867-9A2D3490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8EA849-1568-B5CA-DD17-C037AE0BF1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94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A1279DD-D71E-179C-08CA-72A7B6C6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61FF51-5D76-7C37-2CF0-65EB30A8E61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38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6EA9054A-C08E-9AA8-A368-73BA061F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2B74D3-9981-1FF4-3DCD-40B3A0C126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00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1A1A1347-20DC-2029-932E-AC6E29BD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4616F9-6EED-2AC8-A8F7-298ED1C983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35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9DED470C-285B-D598-AB97-C7957B38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93FAA6-00E6-8A8F-A26A-1EB1996308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66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8993F65C-AC08-7C96-42E3-F5FAB423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F65542-F795-70E8-426D-2DDAEB69CA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80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F22E9B67-B17B-8202-AB9F-C9E58897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Direct3D </a:t>
            </a:r>
            <a:r>
              <a:rPr lang="ko-KR" altLang="en-US"/>
              <a:t>파이프라인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7560FD-EAEA-9FBA-4779-18CDB784675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7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</Words>
  <Application>Microsoft Office PowerPoint</Application>
  <PresentationFormat>화면 슬라이드 쇼(4:3)</PresentationFormat>
  <Paragraphs>22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Lucida Sans Unicode</vt:lpstr>
      <vt:lpstr>Office 테마</vt:lpstr>
      <vt:lpstr>Game Programming with DirectX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  <vt:lpstr>Direct3D 파이프라인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이용희(A0090)</dc:creator>
  <cp:lastModifiedBy>이용희(A0090)</cp:lastModifiedBy>
  <cp:revision>1</cp:revision>
  <dcterms:created xsi:type="dcterms:W3CDTF">2025-09-23T05:20:28Z</dcterms:created>
  <dcterms:modified xsi:type="dcterms:W3CDTF">2025-09-23T05:20:28Z</dcterms:modified>
</cp:coreProperties>
</file>
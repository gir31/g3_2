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8F5F1-007C-ADDE-378B-966A7E1D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07FE4D-1974-924B-DEA4-18A32F6A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E74F4-00FA-4B8E-A1C5-3B0A36039BE8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094794-4740-AA81-5CA1-F30EFDA1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DACB4A-CC7E-A014-C064-29E54438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6A9C0-11CF-4441-8704-0A376D76B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43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98BFF4-357E-BA22-D8EC-8F03F208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7CD648-DC95-0441-35D3-0DF62A731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9B07C-9E8B-951B-5BEE-538971D97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E74F4-00FA-4B8E-A1C5-3B0A36039BE8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B5AC80-2DCC-C7A1-032B-BE39CD24F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A58CD-A4B9-8007-008C-A0B629EBD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6A9C0-11CF-4441-8704-0A376D76B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00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C6FEAD1-6E9C-D20B-E938-44784167F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>
                <a:solidFill>
                  <a:srgbClr val="FF0066"/>
                </a:solidFill>
                <a:latin typeface="Lucida Sans Unicode" pitchFamily="34" charset="0"/>
              </a:rPr>
              <a:t>Game Programming with DirectX</a:t>
            </a:r>
            <a:endParaRPr lang="en-US" altLang="ko-KR" sz="3200" b="1" dirty="0">
              <a:solidFill>
                <a:srgbClr val="FF0066"/>
              </a:solidFill>
              <a:latin typeface="Lucida Sans Unicode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448AC6-E799-4169-8B87-1AA4D8D095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6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3FC189A-01CB-A229-51E9-38218104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52A5DE-D9DB-738D-B41C-C70AAC28C1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9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68A9DE1-8EA6-2C77-C0F1-A05AB1AF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90F37C-3186-AFB2-E01E-206CE399E4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9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9137356-B9F3-5F53-C6B9-169A1BF3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78A868-FCB3-85EC-0D10-DD31DFA65C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2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06D4A8F-E50F-DBB9-91F2-DE81E8C5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CC4071-9E30-5E11-4E69-AC949EBB62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65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DEB06F9-580A-9091-D0FA-C4A1EC49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E59E60-A43E-7502-A9C0-22747F8823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57E1E5E-1774-9FA7-2006-D56A9CEA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D01071-91FE-6473-1CBD-D2BC60E689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1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B54F344-A794-B800-37E4-5E028580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EE2CC2-9D73-4145-8378-2F78B431D3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2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651A577-CEE6-72A3-4E74-8F113F4F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71FF51-15E3-2064-C61E-0860F24174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27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77FC879-D849-B5DC-30FB-50CD899B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DFA75D-D78F-9FEA-E42E-4B76915B61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3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01528C2-D8EE-C8DA-035D-A1A3950A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6A443E-480E-FCE7-C06F-92A5F7924B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6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4B2770B-DE26-647F-5AC3-C41C461D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72930F-CE54-821B-2DA7-C6BD6745D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FC8EA0B-B48C-0A90-BAA5-F2CF42FC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4427C-C287-3B12-3FEC-BE73ABE55B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2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8AD7920-A268-A722-C71A-BC47D2C5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58D2CD-368E-5370-B045-928E7F1D95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31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B34B2F5-1317-F468-8793-1390706D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48FEED-2759-1983-3DCB-E82CFF059F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CFDB259-39E0-A686-2B44-C3FC7E28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B323E9-0B3F-F136-E24A-AF09DB0511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15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25BADCB-8CEF-2E53-251F-ECAC4915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83E6CA-B312-12C1-9160-49E67FCDDD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75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79913A6-E0FA-9272-C7ED-C079DFFD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DC56CF-4A34-51C8-D80D-88088EB94B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79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2EEC80E-73F4-B034-B481-5F770359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변위 매핑</a:t>
            </a:r>
            <a:r>
              <a:rPr lang="en-US" altLang="ko-KR"/>
              <a:t>(Displacement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4EAA24-8AF6-4172-90B6-14BF3D5A67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0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3333F3-AA7E-6D92-2143-FF259665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법선 매핑</a:t>
            </a:r>
            <a:r>
              <a:rPr lang="en-US" altLang="ko-KR"/>
              <a:t>(Normal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E01F3C-35CB-649D-41D3-F9296A5EAC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82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22AC6E6-66BE-FABE-C67D-00EDB744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변위 매핑</a:t>
            </a:r>
            <a:r>
              <a:rPr lang="en-US" altLang="ko-KR"/>
              <a:t>(Displacement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3EF920-62CC-A01F-8A10-942C3B2EAE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53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1DFDEEA-4097-CE87-0496-53CB9995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변위 매핑</a:t>
            </a:r>
            <a:r>
              <a:rPr lang="en-US" altLang="ko-KR"/>
              <a:t>(Displacement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321D51-4A87-7C15-3974-574E595ACC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0D30EFB-26F6-58A2-6FA0-C56DA619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변위 매핑</a:t>
            </a:r>
            <a:r>
              <a:rPr lang="en-US" altLang="ko-KR"/>
              <a:t>(Displacement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34685B-9041-733B-396D-E5A34035C8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51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5B1D111-E24B-EE93-7773-FA97FD92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변위 매핑</a:t>
            </a:r>
            <a:r>
              <a:rPr lang="en-US" altLang="ko-KR"/>
              <a:t>(Displacement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3EE409-5B8B-BD3C-8332-9CB1B9A2F3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54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80CF5E8-2789-F36C-02A8-A90B9871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Occlusion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26A0BD-8387-AC58-2C01-CB1642F251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16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35367A-42A3-D71D-9632-43A26BFE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C483ED-FB2E-1F7D-ED4E-2DAA9600FE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3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B56878A-69BE-F9DC-A174-8683F396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93D8D7-9392-C4A9-7027-DA410A478F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8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B746AC1-675E-9530-A8D2-46A4391A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5BF0D5-CA59-5949-4F3B-24EB5B380B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93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02E6B60-D7A8-8F3A-84C1-EEBF1044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HLSL(High Level Shading Language for DirectX)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38729E-70BF-E010-9321-DAE8DD8B7A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58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41E4012-5983-47F1-A540-68AE1A0E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5DB038-CCEA-F3DA-2336-1404587F49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79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D8534BB-5BEC-AD41-A7C7-A8BF5228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74A051-6C5B-036F-D3C9-F9C7931365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61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31126A8-C454-38C4-D57D-1C62599F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시차 매핑</a:t>
            </a:r>
            <a:r>
              <a:rPr lang="en-US" altLang="ko-KR"/>
              <a:t>(Parallax Mapping)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926A71-2D68-20AF-B083-31BEB131C6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7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화면 슬라이드 쇼(4:3)</PresentationFormat>
  <Paragraphs>32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Lucida Sans Unicode</vt:lpstr>
      <vt:lpstr>Office 테마</vt:lpstr>
      <vt:lpstr>Game Programming with DirectX</vt:lpstr>
      <vt:lpstr>Direct3D 파이프라인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법선 매핑(Normal Mapping)</vt:lpstr>
      <vt:lpstr>변위 매핑(Displacement Mapping)</vt:lpstr>
      <vt:lpstr>법선 매핑(Normal Mapping)</vt:lpstr>
      <vt:lpstr>변위 매핑(Displacement Mapping)</vt:lpstr>
      <vt:lpstr>변위 매핑(Displacement Mapping)</vt:lpstr>
      <vt:lpstr>변위 매핑(Displacement Mapping)</vt:lpstr>
      <vt:lpstr>변위 매핑(Displacement Mapping)</vt:lpstr>
      <vt:lpstr>시차 매핑(Parallax Occlusion Mapping)</vt:lpstr>
      <vt:lpstr>시차 매핑(Parallax Mapping)</vt:lpstr>
      <vt:lpstr>시차 매핑(Parallax Mapping)</vt:lpstr>
      <vt:lpstr>시차 매핑(Parallax Mapping)</vt:lpstr>
      <vt:lpstr>HLSL(High Level Shading Language for DirectX)</vt:lpstr>
      <vt:lpstr>시차 매핑(Parallax Mapping)</vt:lpstr>
      <vt:lpstr>시차 매핑(Parallax Mapping)</vt:lpstr>
      <vt:lpstr>시차 매핑(Parallax Mapping)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이용희(A0090)</dc:creator>
  <cp:lastModifiedBy>이용희(A0090)</cp:lastModifiedBy>
  <cp:revision>1</cp:revision>
  <dcterms:created xsi:type="dcterms:W3CDTF">2025-09-23T05:18:51Z</dcterms:created>
  <dcterms:modified xsi:type="dcterms:W3CDTF">2025-09-23T05:18:51Z</dcterms:modified>
</cp:coreProperties>
</file>